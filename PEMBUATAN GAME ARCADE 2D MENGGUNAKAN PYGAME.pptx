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9" r:id="rId4"/>
    <p:sldId id="274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61" r:id="rId18"/>
    <p:sldId id="25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94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3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7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4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0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2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3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3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5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707549-0A3B-4E5C-967D-B2DC6067E11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EA1573E-FBDF-442E-9661-EEEE665A042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86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ython/python_ref_modules.asp" TargetMode="External"/><Relationship Id="rId3" Type="http://schemas.openxmlformats.org/officeDocument/2006/relationships/hyperlink" Target="https://www.w3schools.com/python/python_conditions.asp" TargetMode="External"/><Relationship Id="rId7" Type="http://schemas.openxmlformats.org/officeDocument/2006/relationships/hyperlink" Target="https://www.w3schools.com/python/python_lists.asp" TargetMode="External"/><Relationship Id="rId2" Type="http://schemas.openxmlformats.org/officeDocument/2006/relationships/hyperlink" Target="https://www.w3schools.com/python/python_variable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python_classes.asp" TargetMode="External"/><Relationship Id="rId5" Type="http://schemas.openxmlformats.org/officeDocument/2006/relationships/hyperlink" Target="https://www.w3schools.com/python/python_functions.asp" TargetMode="External"/><Relationship Id="rId4" Type="http://schemas.openxmlformats.org/officeDocument/2006/relationships/hyperlink" Target="https://www.w3schools.com/python/python_while_loops.asp" TargetMode="External"/><Relationship Id="rId9" Type="http://schemas.openxmlformats.org/officeDocument/2006/relationships/hyperlink" Target="https://www.pygame.org/docs/ref/event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game.org/docs/LGPL.tx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ygame.org/doc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disaputra85/catching_fruits/blob/main/Hands-on%20Pelatihan%20Pemrograman%20Python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A07B-E34E-2E1B-6D32-2C933E10E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PEMBUATAN GAME ARCADE 2D MENGGUNAKAN PYGAME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23C91-B741-D072-3DC3-187AB5A004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2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732C-2704-82F8-48E2-13010F66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44423-F8DB-CDD5-AAEA-389BA8F75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2800" b="1" dirty="0" err="1"/>
              <a:t>Pengenalan</a:t>
            </a:r>
            <a:r>
              <a:rPr lang="en-US" sz="2800" b="1" dirty="0"/>
              <a:t> Python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b="1" dirty="0" err="1"/>
              <a:t>Pengenalan</a:t>
            </a:r>
            <a:r>
              <a:rPr lang="en-US" sz="2800" b="1" dirty="0"/>
              <a:t> Library </a:t>
            </a:r>
            <a:r>
              <a:rPr lang="en-US" sz="2800" b="1" dirty="0" err="1"/>
              <a:t>Pygame</a:t>
            </a:r>
            <a:endParaRPr lang="en-US" sz="2800" b="1" dirty="0"/>
          </a:p>
          <a:p>
            <a:pPr marL="457200" indent="-457200">
              <a:buFont typeface="+mj-lt"/>
              <a:buAutoNum type="alphaUcPeriod"/>
            </a:pPr>
            <a:r>
              <a:rPr lang="en-US" sz="2800" b="1" dirty="0" err="1"/>
              <a:t>Praktik</a:t>
            </a:r>
            <a:r>
              <a:rPr lang="en-US" sz="2800" b="1" dirty="0"/>
              <a:t>: </a:t>
            </a:r>
            <a:r>
              <a:rPr lang="en-US" sz="2800" b="1"/>
              <a:t>Pembuatan Game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77520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BA3F-A64D-7CA6-5A22-FF4AADA6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121" y="2703762"/>
            <a:ext cx="10058400" cy="725238"/>
          </a:xfrm>
        </p:spPr>
        <p:txBody>
          <a:bodyPr/>
          <a:lstStyle/>
          <a:p>
            <a:pPr algn="ctr"/>
            <a:r>
              <a:rPr lang="en-US" b="1" dirty="0" err="1"/>
              <a:t>Pengenalan</a:t>
            </a:r>
            <a:r>
              <a:rPr lang="en-US" b="1" dirty="0"/>
              <a:t> Python</a:t>
            </a:r>
          </a:p>
        </p:txBody>
      </p:sp>
    </p:spTree>
    <p:extLst>
      <p:ext uri="{BB962C8B-B14F-4D97-AF65-F5344CB8AC3E}">
        <p14:creationId xmlns:p14="http://schemas.microsoft.com/office/powerpoint/2010/main" val="1611862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804D-C1E9-2DF9-9508-2C518369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Dasar </a:t>
            </a:r>
            <a:r>
              <a:rPr lang="en-US" dirty="0" err="1"/>
              <a:t>Pemrograman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444B0-C0B3-EC7D-17BF-1E4F75746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b="1" dirty="0" err="1">
                <a:hlinkClick r:id="rId2"/>
              </a:rPr>
              <a:t>Variabel</a:t>
            </a:r>
            <a:r>
              <a:rPr lang="en-US" sz="2400" b="1" dirty="0">
                <a:hlinkClick r:id="rId2"/>
              </a:rPr>
              <a:t> dan </a:t>
            </a:r>
            <a:r>
              <a:rPr lang="en-US" sz="2400" b="1" dirty="0" err="1">
                <a:hlinkClick r:id="rId2"/>
              </a:rPr>
              <a:t>tipe</a:t>
            </a:r>
            <a:r>
              <a:rPr lang="en-US" sz="2400" b="1" dirty="0">
                <a:hlinkClick r:id="rId2"/>
              </a:rPr>
              <a:t> data,</a:t>
            </a:r>
            <a:endParaRPr lang="en-US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hlinkClick r:id="rId3"/>
              </a:rPr>
              <a:t>Percabangan,</a:t>
            </a:r>
            <a:endParaRPr lang="en-US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 err="1">
                <a:hlinkClick r:id="rId4"/>
              </a:rPr>
              <a:t>Perulangan</a:t>
            </a:r>
            <a:r>
              <a:rPr lang="en-US" sz="2400" b="1" dirty="0">
                <a:hlinkClick r:id="rId4"/>
              </a:rPr>
              <a:t>,</a:t>
            </a:r>
            <a:endParaRPr lang="en-US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 err="1">
                <a:hlinkClick r:id="rId5"/>
              </a:rPr>
              <a:t>Fungsi</a:t>
            </a:r>
            <a:r>
              <a:rPr lang="en-US" sz="2400" b="1" dirty="0">
                <a:hlinkClick r:id="rId5"/>
              </a:rPr>
              <a:t>,</a:t>
            </a:r>
            <a:endParaRPr lang="en-US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hlinkClick r:id="rId6"/>
              </a:rPr>
              <a:t>OOP (</a:t>
            </a:r>
            <a:r>
              <a:rPr lang="en-US" sz="2400" b="1" dirty="0" err="1">
                <a:hlinkClick r:id="rId6"/>
              </a:rPr>
              <a:t>Kelas</a:t>
            </a:r>
            <a:r>
              <a:rPr lang="en-US" sz="2400" b="1" dirty="0">
                <a:hlinkClick r:id="rId6"/>
              </a:rPr>
              <a:t> dan </a:t>
            </a:r>
            <a:r>
              <a:rPr lang="en-US" sz="2400" b="1" dirty="0" err="1">
                <a:hlinkClick r:id="rId6"/>
              </a:rPr>
              <a:t>Objek</a:t>
            </a:r>
            <a:r>
              <a:rPr lang="en-US" sz="2400" b="1" dirty="0">
                <a:hlinkClick r:id="rId6"/>
              </a:rPr>
              <a:t>),</a:t>
            </a:r>
            <a:endParaRPr lang="en-US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hlinkClick r:id="rId7"/>
              </a:rPr>
              <a:t>List,</a:t>
            </a:r>
            <a:endParaRPr lang="en-US" sz="24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hlinkClick r:id="rId8"/>
              </a:rPr>
              <a:t>Modul (random, OS),</a:t>
            </a:r>
            <a:endParaRPr lang="en-US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dan </a:t>
            </a:r>
            <a:r>
              <a:rPr lang="en-US" sz="2400" b="1" dirty="0" err="1">
                <a:hlinkClick r:id="rId9"/>
              </a:rPr>
              <a:t>Penanganan</a:t>
            </a:r>
            <a:r>
              <a:rPr lang="en-US" sz="2400" b="1" dirty="0">
                <a:hlinkClick r:id="rId9"/>
              </a:rPr>
              <a:t> Event.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04812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64FA-00EB-3CD3-245E-8A391EA30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5979-A9A1-B667-9F1E-31921777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121" y="2703762"/>
            <a:ext cx="10058400" cy="725238"/>
          </a:xfrm>
        </p:spPr>
        <p:txBody>
          <a:bodyPr/>
          <a:lstStyle/>
          <a:p>
            <a:pPr algn="ctr"/>
            <a:r>
              <a:rPr lang="en-US" b="1" dirty="0" err="1"/>
              <a:t>Pengenalan</a:t>
            </a:r>
            <a:r>
              <a:rPr lang="en-US" b="1" dirty="0"/>
              <a:t> Library </a:t>
            </a:r>
            <a:r>
              <a:rPr lang="en-US" b="1" dirty="0" err="1"/>
              <a:t>PyGame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832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3F9DB-6351-A293-BC17-106E99B7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PyGame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3F5AA-8C99-E7D4-2CB1-39852A50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4731147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 </a:t>
            </a:r>
            <a:r>
              <a:rPr lang="en-US" i="1" dirty="0"/>
              <a:t>library</a:t>
            </a:r>
            <a:r>
              <a:rPr lang="en-US" dirty="0"/>
              <a:t> (</a:t>
            </a:r>
            <a:r>
              <a:rPr lang="en-US" dirty="0" err="1"/>
              <a:t>pustaka</a:t>
            </a:r>
            <a:r>
              <a:rPr lang="en-US" dirty="0"/>
              <a:t>) Python gratis dan </a:t>
            </a:r>
            <a:r>
              <a:rPr lang="en-US" dirty="0" err="1"/>
              <a:t>populer</a:t>
            </a:r>
            <a:r>
              <a:rPr lang="en-US" dirty="0"/>
              <a:t> untuk membuat game 2D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untuk </a:t>
            </a:r>
            <a:r>
              <a:rPr lang="en-US" dirty="0" err="1"/>
              <a:t>grafis</a:t>
            </a:r>
            <a:r>
              <a:rPr lang="en-US" dirty="0"/>
              <a:t>, </a:t>
            </a:r>
            <a:r>
              <a:rPr lang="en-US" dirty="0" err="1"/>
              <a:t>suara</a:t>
            </a:r>
            <a:r>
              <a:rPr lang="en-US" dirty="0"/>
              <a:t>, dan input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(keyboard/mouse)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PyGame</a:t>
            </a:r>
            <a:r>
              <a:rPr lang="en-US" dirty="0"/>
              <a:t> memungkinkan </a:t>
            </a:r>
            <a:r>
              <a:rPr lang="en-US" dirty="0" err="1"/>
              <a:t>pengembang</a:t>
            </a:r>
            <a:r>
              <a:rPr lang="en-US" dirty="0"/>
              <a:t> </a:t>
            </a:r>
            <a:r>
              <a:rPr lang="en-US" dirty="0" err="1"/>
              <a:t>pemula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mahir</a:t>
            </a:r>
            <a:r>
              <a:rPr lang="en-US" dirty="0"/>
              <a:t> membuat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game 2D seperti platformer, arcade, </a:t>
            </a:r>
            <a:r>
              <a:rPr lang="en-US" dirty="0" err="1"/>
              <a:t>hingga</a:t>
            </a:r>
            <a:r>
              <a:rPr lang="en-US" dirty="0"/>
              <a:t> puzzle dengan </a:t>
            </a:r>
            <a:r>
              <a:rPr lang="en-US" dirty="0" err="1"/>
              <a:t>mudah</a:t>
            </a:r>
            <a:r>
              <a:rPr lang="en-US" dirty="0"/>
              <a:t> di </a:t>
            </a:r>
            <a:r>
              <a:rPr lang="en-US" dirty="0" err="1"/>
              <a:t>berbagai</a:t>
            </a:r>
            <a:r>
              <a:rPr lang="en-US" dirty="0"/>
              <a:t> platform (Windows, Linux, Mac).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u="sng" dirty="0" err="1">
                <a:hlinkClick r:id="rId2"/>
              </a:rPr>
              <a:t>Lisensi</a:t>
            </a:r>
            <a:r>
              <a:rPr lang="en-US" u="sng" dirty="0">
                <a:hlinkClick r:id="rId2"/>
              </a:rPr>
              <a:t> : LGPL License</a:t>
            </a:r>
            <a:endParaRPr lang="en-US" dirty="0"/>
          </a:p>
          <a:p>
            <a:pPr fontAlgn="base"/>
            <a:r>
              <a:rPr lang="en-US" dirty="0"/>
              <a:t>This is the license </a:t>
            </a:r>
            <a:r>
              <a:rPr lang="en-US" dirty="0" err="1"/>
              <a:t>pygame</a:t>
            </a:r>
            <a:r>
              <a:rPr lang="en-US" dirty="0"/>
              <a:t> is distributed under. It provides for </a:t>
            </a:r>
            <a:r>
              <a:rPr lang="en-US" dirty="0" err="1"/>
              <a:t>pygame</a:t>
            </a:r>
            <a:r>
              <a:rPr lang="en-US" dirty="0"/>
              <a:t> to be distributed with open source and commercial software. 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9EEB951-DDE6-FE87-D70C-0B7CDA83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45734"/>
            <a:ext cx="5201376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5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6096-52E7-7454-5957-85F625665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</a:t>
            </a:r>
            <a:r>
              <a:rPr lang="en-US" dirty="0" err="1"/>
              <a:t>PyGame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855CB-8E61-3EB5-4099-D320A4DC2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Dokumentasi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https://www.pygame.org/docs/</a:t>
            </a:r>
            <a:endParaRPr lang="en-US" dirty="0"/>
          </a:p>
        </p:txBody>
      </p:sp>
      <p:pic>
        <p:nvPicPr>
          <p:cNvPr id="5" name="Picture 4" descr="A green screen shot of a computer&#10;&#10;AI-generated content may be incorrect.">
            <a:extLst>
              <a:ext uri="{FF2B5EF4-FFF2-40B4-BE49-F238E27FC236}">
                <a16:creationId xmlns:a16="http://schemas.microsoft.com/office/drawing/2014/main" id="{FB19619F-97A5-4F73-B1C2-340486919A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2"/>
          <a:stretch>
            <a:fillRect/>
          </a:stretch>
        </p:blipFill>
        <p:spPr>
          <a:xfrm>
            <a:off x="6474743" y="1845734"/>
            <a:ext cx="4680937" cy="414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2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C396-BA03-4F0A-BD31-FBBD5786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F1DD-1579-9BFA-26A7-E8E09A22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Dasar Membuat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AE00-178F-FF24-2DAA-A9B23065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Instalasi</a:t>
            </a:r>
            <a:r>
              <a:rPr lang="en-US" b="1" dirty="0"/>
              <a:t>:</a:t>
            </a:r>
            <a:r>
              <a:rPr lang="en-US" dirty="0"/>
              <a:t> Buka terminal/CMD, </a:t>
            </a:r>
            <a:r>
              <a:rPr lang="en-US" dirty="0" err="1"/>
              <a:t>ketik</a:t>
            </a:r>
            <a:r>
              <a:rPr lang="en-US" dirty="0"/>
              <a:t> pip install </a:t>
            </a:r>
            <a:r>
              <a:rPr lang="en-US" dirty="0" err="1"/>
              <a:t>pygame</a:t>
            </a:r>
            <a:endParaRPr lang="en-US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D73A863-3A5A-B02A-9365-07A2214B0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222" y="2270713"/>
            <a:ext cx="9455555" cy="231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0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6C06A-5A24-18D0-2169-60FBE5FE9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840C4-E831-B583-4E81-CFF82849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Dasar Membuat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88559-95F8-ECA5-597E-6F8DED9BE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Import &amp; </a:t>
            </a:r>
            <a:r>
              <a:rPr lang="en-US" b="1" dirty="0" err="1"/>
              <a:t>Inisialisasi</a:t>
            </a:r>
            <a:r>
              <a:rPr lang="en-US" b="1" dirty="0"/>
              <a:t>:</a:t>
            </a:r>
            <a:r>
              <a:rPr lang="en-US" dirty="0"/>
              <a:t> Import library dan </a:t>
            </a:r>
            <a:r>
              <a:rPr lang="en-US" dirty="0" err="1"/>
              <a:t>inisialisasi</a:t>
            </a:r>
            <a:r>
              <a:rPr lang="en-US" dirty="0"/>
              <a:t> </a:t>
            </a:r>
            <a:r>
              <a:rPr lang="en-US" dirty="0" err="1"/>
              <a:t>Pygame</a:t>
            </a:r>
            <a:endParaRPr lang="en-US" dirty="0"/>
          </a:p>
        </p:txBody>
      </p:sp>
      <p:pic>
        <p:nvPicPr>
          <p:cNvPr id="6" name="Picture 5" descr="A close up of words&#10;&#10;AI-generated content may be incorrect.">
            <a:extLst>
              <a:ext uri="{FF2B5EF4-FFF2-40B4-BE49-F238E27FC236}">
                <a16:creationId xmlns:a16="http://schemas.microsoft.com/office/drawing/2014/main" id="{959184A5-DC90-BCF4-FA81-9FD2B43CB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010" y="2299424"/>
            <a:ext cx="2076740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48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C6DE7-D6B9-44A8-D028-8ED0FDA2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E2C6-7AA0-AE57-BF87-37E27E7E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Dasar Membuat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6EC3D-2454-B0F8-6389-D3BCC6C7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 err="1"/>
              <a:t>Buat</a:t>
            </a:r>
            <a:r>
              <a:rPr lang="en-US" b="1" dirty="0"/>
              <a:t> </a:t>
            </a:r>
            <a:r>
              <a:rPr lang="en-US" b="1" dirty="0" err="1"/>
              <a:t>Jendela</a:t>
            </a:r>
            <a:r>
              <a:rPr lang="en-US" b="1" dirty="0"/>
              <a:t> (Display Surface):</a:t>
            </a:r>
            <a:r>
              <a:rPr lang="en-US" dirty="0"/>
              <a:t> </a:t>
            </a: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layar</a:t>
            </a:r>
            <a:r>
              <a:rPr lang="en-US" dirty="0"/>
              <a:t>.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27A8BEA-79C9-9264-7A75-C852A47A8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53" y="2294883"/>
            <a:ext cx="6982799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7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CB731-EAE0-48C5-C2B4-8BB630358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41C8-C70F-AB89-25D2-8249CCE8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Dasar Membuat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6F73-57D4-E536-DB9C-1F540EC2F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Game Loop Utama:</a:t>
            </a:r>
            <a:r>
              <a:rPr lang="en-US" dirty="0"/>
              <a:t> Loop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yang </a:t>
            </a:r>
            <a:r>
              <a:rPr lang="en-US" dirty="0" err="1"/>
              <a:t>menjalankan</a:t>
            </a:r>
            <a:r>
              <a:rPr lang="en-US" dirty="0"/>
              <a:t> game.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26C2C4-F522-4F2E-7AA3-3765CDF75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816" y="2318457"/>
            <a:ext cx="5725324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1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AB1EA-C48F-34BA-0C89-93D5BB46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CB80-BEA1-F00F-D1C9-217B8058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Dasar Membuat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AC2AE-F1F6-7AAA-DD66-BB0CBD793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5. </a:t>
            </a:r>
            <a:r>
              <a:rPr lang="en-US" b="1" dirty="0" err="1"/>
              <a:t>Penanganan</a:t>
            </a:r>
            <a:r>
              <a:rPr lang="en-US" b="1" dirty="0"/>
              <a:t> Event (Event Handling):</a:t>
            </a:r>
            <a:r>
              <a:rPr lang="en-US" dirty="0"/>
              <a:t> </a:t>
            </a:r>
            <a:r>
              <a:rPr lang="en-US" dirty="0" err="1"/>
              <a:t>Tangani</a:t>
            </a:r>
            <a:r>
              <a:rPr lang="en-US" dirty="0"/>
              <a:t> input (keyboard, mouse, </a:t>
            </a:r>
            <a:r>
              <a:rPr lang="en-US" dirty="0" err="1"/>
              <a:t>tutup</a:t>
            </a:r>
            <a:r>
              <a:rPr lang="en-US" dirty="0"/>
              <a:t> </a:t>
            </a:r>
            <a:r>
              <a:rPr lang="en-US" dirty="0" err="1"/>
              <a:t>jendela</a:t>
            </a:r>
            <a:r>
              <a:rPr lang="en-US" dirty="0"/>
              <a:t>).</a:t>
            </a:r>
          </a:p>
        </p:txBody>
      </p:sp>
      <p:pic>
        <p:nvPicPr>
          <p:cNvPr id="5" name="Picture 4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A8D29CB3-CF53-15C4-4A09-4D202F334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826" y="2336368"/>
            <a:ext cx="9059539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45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89451-D9D1-CE8E-B405-5F12AEFB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E9EEE-62EE-867A-4B96-A78B8EAA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Dasar Membuat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80895-F9D7-3335-3386-E417DA46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6. </a:t>
            </a:r>
            <a:r>
              <a:rPr lang="en-US" b="1" dirty="0" err="1"/>
              <a:t>Menggambar</a:t>
            </a:r>
            <a:r>
              <a:rPr lang="en-US" b="1" dirty="0"/>
              <a:t> (Drawing):</a:t>
            </a:r>
            <a:r>
              <a:rPr lang="en-US" dirty="0"/>
              <a:t> Isi </a:t>
            </a:r>
            <a:r>
              <a:rPr lang="en-US" dirty="0" err="1"/>
              <a:t>layar</a:t>
            </a:r>
            <a:r>
              <a:rPr lang="en-US" dirty="0"/>
              <a:t> dan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E8858C4-03C6-0A08-ACFE-C45FF8757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597" y="2302126"/>
            <a:ext cx="8154538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91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17E8-2865-32AC-83DA-E26A5088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0405-CDF1-442C-842A-21F931B3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Dasar Membuat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B6E07-CEA0-E6B6-1109-0DC6D8836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7. </a:t>
            </a:r>
            <a:r>
              <a:rPr lang="en-US" b="1" dirty="0" err="1"/>
              <a:t>Perbarui</a:t>
            </a:r>
            <a:r>
              <a:rPr lang="en-US" b="1" dirty="0"/>
              <a:t> Layar (Update Display):</a:t>
            </a:r>
            <a:r>
              <a:rPr lang="en-US" dirty="0"/>
              <a:t> </a:t>
            </a:r>
            <a:r>
              <a:rPr lang="en-US" dirty="0" err="1"/>
              <a:t>Tampilkan</a:t>
            </a:r>
            <a:r>
              <a:rPr lang="en-US" dirty="0"/>
              <a:t> semua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digambar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D0D33-F36D-457F-DAC9-421EF2F78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31" y="2452833"/>
            <a:ext cx="742101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08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58001-FA9E-327A-B748-4312853C2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5B49D-5CCD-841F-0C74-FE7E6C3EA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Dasar Membuat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FC4B2-F2D3-C814-2D1D-56901C5CC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8. </a:t>
            </a:r>
            <a:r>
              <a:rPr lang="en-US" b="1" dirty="0" err="1"/>
              <a:t>Keluar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loop </a:t>
            </a:r>
            <a:r>
              <a:rPr lang="en-US" dirty="0" err="1"/>
              <a:t>berakhir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E5328-073B-986D-8C6F-DADBAFA1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37" y="2398067"/>
            <a:ext cx="2048161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92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A4A83-BFDB-9205-3D4F-902C302FC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75102-B29E-6A18-09BC-938605C0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 Dasar Membuat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35150-2CEE-30F3-2B66-092E4358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199AE-E054-853D-3194-6D3A0F86E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37" y="2398067"/>
            <a:ext cx="2048161" cy="21910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E3E4E9-B739-617A-0C73-4DDD5CF3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2" y="2347936"/>
            <a:ext cx="10774279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97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7ED01-FBE5-4FCF-DC20-A50128664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D79D-B44D-8BC9-BFCB-290D6D022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121" y="2703762"/>
            <a:ext cx="10058400" cy="725238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/>
              <a:t>Praktik</a:t>
            </a:r>
            <a:r>
              <a:rPr lang="en-US" b="1" dirty="0"/>
              <a:t>: Pembuatan Game</a:t>
            </a:r>
          </a:p>
        </p:txBody>
      </p:sp>
    </p:spTree>
    <p:extLst>
      <p:ext uri="{BB962C8B-B14F-4D97-AF65-F5344CB8AC3E}">
        <p14:creationId xmlns:p14="http://schemas.microsoft.com/office/powerpoint/2010/main" val="84063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59A1-A391-1B29-31CA-97A2AB9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Pembuatan Game “Catching Falling Fruits”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8E6F6-547E-6A5A-087F-BDD87F7EB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Hands-on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8966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327</TotalTime>
  <Words>308</Words>
  <Application>Microsoft Office PowerPoint</Application>
  <PresentationFormat>Widescreen</PresentationFormat>
  <Paragraphs>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Calibri Light</vt:lpstr>
      <vt:lpstr>Wingdings</vt:lpstr>
      <vt:lpstr>Retrospect</vt:lpstr>
      <vt:lpstr>PEMBUATAN GAME ARCADE 2D MENGGUNAKAN PYGAME</vt:lpstr>
      <vt:lpstr>Outline</vt:lpstr>
      <vt:lpstr>Pengenalan Python</vt:lpstr>
      <vt:lpstr>Konsep Dasar Pemrograman</vt:lpstr>
      <vt:lpstr>Pengenalan Library PyGame</vt:lpstr>
      <vt:lpstr>PyGame</vt:lpstr>
      <vt:lpstr>Module PyGame</vt:lpstr>
      <vt:lpstr>Langkah-Langkah Dasar Membuat Game</vt:lpstr>
      <vt:lpstr>Langkah-Langkah Dasar Membuat Game</vt:lpstr>
      <vt:lpstr>Langkah-Langkah Dasar Membuat Game</vt:lpstr>
      <vt:lpstr>Langkah-Langkah Dasar Membuat Game</vt:lpstr>
      <vt:lpstr>Langkah-Langkah Dasar Membuat Game</vt:lpstr>
      <vt:lpstr>Langkah-Langkah Dasar Membuat Game</vt:lpstr>
      <vt:lpstr>Langkah-Langkah Dasar Membuat Game</vt:lpstr>
      <vt:lpstr>Langkah-Langkah Dasar Membuat Game</vt:lpstr>
      <vt:lpstr>Langkah-Langkah Dasar Membuat Game</vt:lpstr>
      <vt:lpstr>Praktik: Pembuatan Game</vt:lpstr>
      <vt:lpstr>Pembuatan Game “Catching Falling Fruits”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 Saputra</dc:creator>
  <cp:lastModifiedBy>Edi Saputra</cp:lastModifiedBy>
  <cp:revision>2</cp:revision>
  <cp:lastPrinted>2025-12-16T23:27:53Z</cp:lastPrinted>
  <dcterms:created xsi:type="dcterms:W3CDTF">2025-12-16T02:13:52Z</dcterms:created>
  <dcterms:modified xsi:type="dcterms:W3CDTF">2025-12-17T03:33:04Z</dcterms:modified>
</cp:coreProperties>
</file>